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0000"/>
    <a:srgbClr val="680000"/>
    <a:srgbClr val="8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38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1F53-EE9E-4AAE-B8FE-E96CC56A5259}" type="datetimeFigureOut">
              <a:rPr lang="nl-NL" smtClean="0"/>
              <a:t>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3568-11E7-4C54-8995-7E6055D6071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8954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1F53-EE9E-4AAE-B8FE-E96CC56A5259}" type="datetimeFigureOut">
              <a:rPr lang="nl-NL" smtClean="0"/>
              <a:t>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3568-11E7-4C54-8995-7E6055D6071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924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1F53-EE9E-4AAE-B8FE-E96CC56A5259}" type="datetimeFigureOut">
              <a:rPr lang="nl-NL" smtClean="0"/>
              <a:t>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3568-11E7-4C54-8995-7E6055D6071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2230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1F53-EE9E-4AAE-B8FE-E96CC56A5259}" type="datetimeFigureOut">
              <a:rPr lang="nl-NL" smtClean="0"/>
              <a:t>8-10-2025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3568-11E7-4C54-8995-7E6055D6071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593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1F53-EE9E-4AAE-B8FE-E96CC56A5259}" type="datetimeFigureOut">
              <a:rPr lang="nl-NL" smtClean="0"/>
              <a:t>8-10-2025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3568-11E7-4C54-8995-7E6055D6071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426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1F53-EE9E-4AAE-B8FE-E96CC56A5259}" type="datetimeFigureOut">
              <a:rPr lang="nl-NL" smtClean="0"/>
              <a:t>8-10-2025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3568-11E7-4C54-8995-7E6055D6071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1949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1F53-EE9E-4AAE-B8FE-E96CC56A5259}" type="datetimeFigureOut">
              <a:rPr lang="nl-NL" smtClean="0"/>
              <a:t>8-10-2025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3568-11E7-4C54-8995-7E6055D6071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052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1F53-EE9E-4AAE-B8FE-E96CC56A5259}" type="datetimeFigureOut">
              <a:rPr lang="nl-NL" smtClean="0"/>
              <a:t>8-10-2025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3568-11E7-4C54-8995-7E6055D6071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746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1F53-EE9E-4AAE-B8FE-E96CC56A5259}" type="datetimeFigureOut">
              <a:rPr lang="nl-NL" smtClean="0"/>
              <a:t>8-10-2025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3568-11E7-4C54-8995-7E6055D6071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612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1F53-EE9E-4AAE-B8FE-E96CC56A5259}" type="datetimeFigureOut">
              <a:rPr lang="nl-NL" smtClean="0"/>
              <a:t>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3568-11E7-4C54-8995-7E6055D6071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6041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1F53-EE9E-4AAE-B8FE-E96CC56A5259}" type="datetimeFigureOut">
              <a:rPr lang="nl-NL" smtClean="0"/>
              <a:t>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3568-11E7-4C54-8995-7E6055D6071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7300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6E51F53-EE9E-4AAE-B8FE-E96CC56A5259}" type="datetimeFigureOut">
              <a:rPr lang="nl-NL" smtClean="0"/>
              <a:t>8-10-2025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5113568-11E7-4C54-8995-7E6055D6071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45957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5E98-6D7D-8F33-0D59-950C3E117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0199" y="761163"/>
            <a:ext cx="9144000" cy="2387600"/>
          </a:xfrm>
        </p:spPr>
        <p:txBody>
          <a:bodyPr>
            <a:normAutofit/>
          </a:bodyPr>
          <a:lstStyle/>
          <a:p>
            <a:r>
              <a:rPr lang="en-US" sz="8800" dirty="0">
                <a:solidFill>
                  <a:srgbClr val="FF0000"/>
                </a:solidFill>
                <a:latin typeface="Old English Text MT" panose="03040902040508030806" pitchFamily="66" charset="0"/>
              </a:rPr>
              <a:t>-Cursed King-</a:t>
            </a:r>
            <a:endParaRPr lang="nl-NL" sz="8800" dirty="0">
              <a:solidFill>
                <a:srgbClr val="FF0000"/>
              </a:solidFill>
              <a:latin typeface="Old English Text MT" panose="03040902040508030806" pitchFamily="66" charset="0"/>
            </a:endParaRPr>
          </a:p>
        </p:txBody>
      </p:sp>
      <p:pic>
        <p:nvPicPr>
          <p:cNvPr id="5" name="Picture 4" descr="A pixel art of a person wearing a black robe&#10;&#10;AI-generated content may be incorrect.">
            <a:extLst>
              <a:ext uri="{FF2B5EF4-FFF2-40B4-BE49-F238E27FC236}">
                <a16:creationId xmlns:a16="http://schemas.microsoft.com/office/drawing/2014/main" id="{749139F8-5991-65E1-0BDE-9EA19D0B5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966" y="3429000"/>
            <a:ext cx="2584467" cy="26678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68A63D-E01F-1E76-1BF5-143FFC6D7F12}"/>
              </a:ext>
            </a:extLst>
          </p:cNvPr>
          <p:cNvSpPr txBox="1"/>
          <p:nvPr/>
        </p:nvSpPr>
        <p:spPr>
          <a:xfrm>
            <a:off x="396240" y="7384198"/>
            <a:ext cx="8941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Once, he was a sovereign of sunlight — a ruler whose empire stretched beyond the edges of maps, whose name was carved into the bones of the earth.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But kings grow hungry, and hunger turns holy when it festers too long.</a:t>
            </a:r>
          </a:p>
        </p:txBody>
      </p:sp>
    </p:spTree>
    <p:extLst>
      <p:ext uri="{BB962C8B-B14F-4D97-AF65-F5344CB8AC3E}">
        <p14:creationId xmlns:p14="http://schemas.microsoft.com/office/powerpoint/2010/main" val="120334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B92E0-C201-9336-F67A-42A864EBE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1A359-E7B5-B897-67D8-F5F154EB7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607" y="257601"/>
            <a:ext cx="4905359" cy="10071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Old English Text MT" panose="03040902040508030806" pitchFamily="66" charset="0"/>
              </a:rPr>
              <a:t>-Cursed King-</a:t>
            </a:r>
            <a:endParaRPr lang="nl-NL" dirty="0">
              <a:solidFill>
                <a:srgbClr val="FF0000"/>
              </a:solidFill>
              <a:latin typeface="Old English Text MT" panose="03040902040508030806" pitchFamily="66" charset="0"/>
            </a:endParaRPr>
          </a:p>
        </p:txBody>
      </p:sp>
      <p:pic>
        <p:nvPicPr>
          <p:cNvPr id="5" name="Picture 4" descr="A pixel art of a person wearing a black robe&#10;&#10;AI-generated content may be incorrect.">
            <a:extLst>
              <a:ext uri="{FF2B5EF4-FFF2-40B4-BE49-F238E27FC236}">
                <a16:creationId xmlns:a16="http://schemas.microsoft.com/office/drawing/2014/main" id="{BA63D204-7A89-3AD5-249E-2DBFFCAEE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548" y="257601"/>
            <a:ext cx="2584467" cy="26678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A006D5-F9A1-F37C-C922-634CDAFD8879}"/>
              </a:ext>
            </a:extLst>
          </p:cNvPr>
          <p:cNvSpPr txBox="1"/>
          <p:nvPr/>
        </p:nvSpPr>
        <p:spPr>
          <a:xfrm>
            <a:off x="396240" y="7093159"/>
            <a:ext cx="8941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He sought the voice beneath the world — a choir of unseen gods that spoke from the dark between stars. Their promise was simple: </a:t>
            </a:r>
            <a:r>
              <a:rPr lang="en-US" b="1" dirty="0">
                <a:solidFill>
                  <a:srgbClr val="C00000"/>
                </a:solidFill>
                <a:latin typeface="Old English Text MT" panose="03040902040508030806" pitchFamily="66" charset="0"/>
              </a:rPr>
              <a:t>“Eternity, if you can bear it.”</a:t>
            </a:r>
            <a:endParaRPr lang="en-US" dirty="0">
              <a:solidFill>
                <a:srgbClr val="C00000"/>
              </a:solidFill>
              <a:latin typeface="Old English Text MT" panose="03040902040508030806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07347A-B0D2-4249-C3E6-77CA7E790891}"/>
              </a:ext>
            </a:extLst>
          </p:cNvPr>
          <p:cNvSpPr txBox="1"/>
          <p:nvPr/>
        </p:nvSpPr>
        <p:spPr>
          <a:xfrm>
            <a:off x="396240" y="3470898"/>
            <a:ext cx="8941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Once, he was a sovereign of sunlight — a ruler whose empire stretched beyond the edges of maps, whose name was carved into the bones of the earth.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But kings grow hungry, and hunger turns holy when it festers too long.</a:t>
            </a:r>
          </a:p>
        </p:txBody>
      </p:sp>
    </p:spTree>
    <p:extLst>
      <p:ext uri="{BB962C8B-B14F-4D97-AF65-F5344CB8AC3E}">
        <p14:creationId xmlns:p14="http://schemas.microsoft.com/office/powerpoint/2010/main" val="30091741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91519-7E23-F2A0-FBBC-76EC32AFB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72523-CF7C-0C11-BBEE-05AA1AE2F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607" y="257601"/>
            <a:ext cx="4905359" cy="10071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Old English Text MT" panose="03040902040508030806" pitchFamily="66" charset="0"/>
              </a:rPr>
              <a:t>-Cursed King-</a:t>
            </a:r>
            <a:endParaRPr lang="nl-NL" dirty="0">
              <a:solidFill>
                <a:srgbClr val="FF0000"/>
              </a:solidFill>
              <a:latin typeface="Old English Text MT" panose="03040902040508030806" pitchFamily="66" charset="0"/>
            </a:endParaRPr>
          </a:p>
        </p:txBody>
      </p:sp>
      <p:pic>
        <p:nvPicPr>
          <p:cNvPr id="5" name="Picture 4" descr="A pixel art of a person wearing a black robe&#10;&#10;AI-generated content may be incorrect.">
            <a:extLst>
              <a:ext uri="{FF2B5EF4-FFF2-40B4-BE49-F238E27FC236}">
                <a16:creationId xmlns:a16="http://schemas.microsoft.com/office/drawing/2014/main" id="{116EC63A-1345-07DC-98CD-B70EBCFAD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548" y="257601"/>
            <a:ext cx="2584467" cy="26678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D57552-5224-EED4-36FC-8881DB009EDE}"/>
              </a:ext>
            </a:extLst>
          </p:cNvPr>
          <p:cNvSpPr txBox="1"/>
          <p:nvPr/>
        </p:nvSpPr>
        <p:spPr>
          <a:xfrm>
            <a:off x="396240" y="4184150"/>
            <a:ext cx="8941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He sought the voice beneath the world — a choir of unseen gods that spoke from the dark between stars. Their promise was simple: </a:t>
            </a:r>
            <a:r>
              <a:rPr lang="en-US" b="1" dirty="0">
                <a:solidFill>
                  <a:srgbClr val="C00000"/>
                </a:solidFill>
                <a:latin typeface="Old English Text MT" panose="03040902040508030806" pitchFamily="66" charset="0"/>
              </a:rPr>
              <a:t>“Eternity, if you can bear it.”</a:t>
            </a:r>
            <a:endParaRPr lang="en-US" dirty="0">
              <a:solidFill>
                <a:srgbClr val="C00000"/>
              </a:solidFill>
              <a:latin typeface="Old English Text MT" panose="03040902040508030806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C88619-FF7A-1D19-66C3-4D42F270BDE5}"/>
              </a:ext>
            </a:extLst>
          </p:cNvPr>
          <p:cNvSpPr txBox="1"/>
          <p:nvPr/>
        </p:nvSpPr>
        <p:spPr>
          <a:xfrm>
            <a:off x="396240" y="2523437"/>
            <a:ext cx="8941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Once, he was a sovereign of sunlight — a ruler whose empire stretched beyond the edges of maps, whose name was carved into the bones of the earth.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But kings grow hungry, and hunger turns holy when it festers too long.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9585E-48EF-DA64-55A5-ED04018CAD13}"/>
              </a:ext>
            </a:extLst>
          </p:cNvPr>
          <p:cNvSpPr txBox="1"/>
          <p:nvPr/>
        </p:nvSpPr>
        <p:spPr>
          <a:xfrm>
            <a:off x="396240" y="7093159"/>
            <a:ext cx="8941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He built his throne upon their whispers.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And the world obeyed — then broke.</a:t>
            </a:r>
          </a:p>
        </p:txBody>
      </p:sp>
    </p:spTree>
    <p:extLst>
      <p:ext uri="{BB962C8B-B14F-4D97-AF65-F5344CB8AC3E}">
        <p14:creationId xmlns:p14="http://schemas.microsoft.com/office/powerpoint/2010/main" val="28244072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864E0-2425-118F-7FC0-9DF4CB842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99FF0-94EC-737A-8727-193851D61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607" y="257601"/>
            <a:ext cx="4905359" cy="10071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Old English Text MT" panose="03040902040508030806" pitchFamily="66" charset="0"/>
              </a:rPr>
              <a:t>-Cursed King-</a:t>
            </a:r>
            <a:endParaRPr lang="nl-NL" dirty="0">
              <a:solidFill>
                <a:srgbClr val="FF0000"/>
              </a:solidFill>
              <a:latin typeface="Old English Text MT" panose="03040902040508030806" pitchFamily="66" charset="0"/>
            </a:endParaRPr>
          </a:p>
        </p:txBody>
      </p:sp>
      <p:pic>
        <p:nvPicPr>
          <p:cNvPr id="5" name="Picture 4" descr="A pixel art of a person wearing a black robe&#10;&#10;AI-generated content may be incorrect.">
            <a:extLst>
              <a:ext uri="{FF2B5EF4-FFF2-40B4-BE49-F238E27FC236}">
                <a16:creationId xmlns:a16="http://schemas.microsoft.com/office/drawing/2014/main" id="{CAF88F51-4361-B76A-2CE1-DE0231993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548" y="257601"/>
            <a:ext cx="2584467" cy="26678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87E4DE-CD42-DC4D-31F1-8ACC3351366B}"/>
              </a:ext>
            </a:extLst>
          </p:cNvPr>
          <p:cNvSpPr txBox="1"/>
          <p:nvPr/>
        </p:nvSpPr>
        <p:spPr>
          <a:xfrm>
            <a:off x="396240" y="3662821"/>
            <a:ext cx="8941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He sought the voice beneath the world — a choir of unseen gods that spoke from the dark between stars. Their promise was simple: </a:t>
            </a:r>
            <a:r>
              <a:rPr lang="en-US" b="1" dirty="0">
                <a:solidFill>
                  <a:srgbClr val="C00000"/>
                </a:solidFill>
                <a:latin typeface="Old English Text MT" panose="03040902040508030806" pitchFamily="66" charset="0"/>
              </a:rPr>
              <a:t>“Eternity, if you can bear it.”</a:t>
            </a:r>
            <a:endParaRPr lang="en-US" dirty="0">
              <a:solidFill>
                <a:srgbClr val="C00000"/>
              </a:solidFill>
              <a:latin typeface="Old English Text MT" panose="03040902040508030806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ACC12A-C1ED-D48E-EF0C-4CED6558E45A}"/>
              </a:ext>
            </a:extLst>
          </p:cNvPr>
          <p:cNvSpPr txBox="1"/>
          <p:nvPr/>
        </p:nvSpPr>
        <p:spPr>
          <a:xfrm>
            <a:off x="396240" y="2002108"/>
            <a:ext cx="8941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Once, he was a sovereign of sunlight — a ruler whose empire stretched beyond the edges of maps, whose name was carved into the bones of the earth.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But kings grow hungry, and hunger turns holy when it festers too long.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C55CE1-453A-5FA5-C1A9-9D6FDA505DDD}"/>
              </a:ext>
            </a:extLst>
          </p:cNvPr>
          <p:cNvSpPr txBox="1"/>
          <p:nvPr/>
        </p:nvSpPr>
        <p:spPr>
          <a:xfrm>
            <a:off x="396240" y="7413567"/>
            <a:ext cx="8941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The skies curdled. The oceans turned to mirrors. </a:t>
            </a:r>
          </a:p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His people vanished into screams that had no mouths.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And he… remained. Crowned not in gold, but in veins of shadow.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His flesh remembered the sun, but his soul forgot the meaning of warmth.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C380C5-8B6A-A0F6-2321-B452E64AA42E}"/>
              </a:ext>
            </a:extLst>
          </p:cNvPr>
          <p:cNvSpPr txBox="1"/>
          <p:nvPr/>
        </p:nvSpPr>
        <p:spPr>
          <a:xfrm>
            <a:off x="396240" y="5215028"/>
            <a:ext cx="8941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He built his throne upon their whispers.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And the world obeyed — then broke.</a:t>
            </a:r>
          </a:p>
        </p:txBody>
      </p:sp>
    </p:spTree>
    <p:extLst>
      <p:ext uri="{BB962C8B-B14F-4D97-AF65-F5344CB8AC3E}">
        <p14:creationId xmlns:p14="http://schemas.microsoft.com/office/powerpoint/2010/main" val="30931370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360C5-238C-AAEE-87CA-2B05E3D3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3880-3533-4661-867C-07C06C087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607" y="257601"/>
            <a:ext cx="4905359" cy="10071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Old English Text MT" panose="03040902040508030806" pitchFamily="66" charset="0"/>
              </a:rPr>
              <a:t>-Cursed King-</a:t>
            </a:r>
            <a:endParaRPr lang="nl-NL" dirty="0">
              <a:solidFill>
                <a:srgbClr val="FF0000"/>
              </a:solidFill>
              <a:latin typeface="Old English Text MT" panose="03040902040508030806" pitchFamily="66" charset="0"/>
            </a:endParaRPr>
          </a:p>
        </p:txBody>
      </p:sp>
      <p:pic>
        <p:nvPicPr>
          <p:cNvPr id="5" name="Picture 4" descr="A pixel art of a person wearing a black robe&#10;&#10;AI-generated content may be incorrect.">
            <a:extLst>
              <a:ext uri="{FF2B5EF4-FFF2-40B4-BE49-F238E27FC236}">
                <a16:creationId xmlns:a16="http://schemas.microsoft.com/office/drawing/2014/main" id="{E8D36EA0-7BD4-0940-6AF9-728952EFE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548" y="257601"/>
            <a:ext cx="2584467" cy="26678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A99ABA-9710-4DEB-D0F1-E8993C96C21C}"/>
              </a:ext>
            </a:extLst>
          </p:cNvPr>
          <p:cNvSpPr txBox="1"/>
          <p:nvPr/>
        </p:nvSpPr>
        <p:spPr>
          <a:xfrm>
            <a:off x="396240" y="2140607"/>
            <a:ext cx="8941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He sought the voice beneath the world — a choir of unseen gods that spoke from the dark between stars. Their promise was simple: </a:t>
            </a:r>
            <a:r>
              <a:rPr lang="en-US" b="1" dirty="0">
                <a:solidFill>
                  <a:srgbClr val="C00000"/>
                </a:solidFill>
                <a:latin typeface="Old English Text MT" panose="03040902040508030806" pitchFamily="66" charset="0"/>
              </a:rPr>
              <a:t>“Eternity, if you can bear it.”</a:t>
            </a:r>
            <a:endParaRPr lang="en-US" dirty="0">
              <a:solidFill>
                <a:srgbClr val="C00000"/>
              </a:solidFill>
              <a:latin typeface="Old English Text MT" panose="03040902040508030806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FA07E-A2D9-7110-8C63-08067485E7E8}"/>
              </a:ext>
            </a:extLst>
          </p:cNvPr>
          <p:cNvSpPr txBox="1"/>
          <p:nvPr/>
        </p:nvSpPr>
        <p:spPr>
          <a:xfrm>
            <a:off x="-8941308" y="2002108"/>
            <a:ext cx="8941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Once, he was a sovereign of sunlight — a ruler whose empire stretched beyond the edges of maps, whose name was carved into the bones of the earth.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But kings grow hungry, and hunger turns holy when it festers too long.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E0067-38F0-70BC-0339-0BF0BB0BC25D}"/>
              </a:ext>
            </a:extLst>
          </p:cNvPr>
          <p:cNvSpPr txBox="1"/>
          <p:nvPr/>
        </p:nvSpPr>
        <p:spPr>
          <a:xfrm>
            <a:off x="396240" y="4717393"/>
            <a:ext cx="8941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The skies curdled. The oceans turned to mirrors. </a:t>
            </a:r>
          </a:p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His people vanished into screams that had no mouths.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And he… remained. Crowned not in gold, but in veins of shadow.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His flesh remembered the sun, but his soul forgot the meaning of warmth.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99CCB9-5E12-0C04-97A7-DDB14DACA98D}"/>
              </a:ext>
            </a:extLst>
          </p:cNvPr>
          <p:cNvSpPr txBox="1"/>
          <p:nvPr/>
        </p:nvSpPr>
        <p:spPr>
          <a:xfrm>
            <a:off x="396240" y="3429000"/>
            <a:ext cx="8941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He built his throne upon their whispers.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And the world obeyed — then broke.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3BF184-8B67-6B15-0E43-E0E6F4C2026A}"/>
              </a:ext>
            </a:extLst>
          </p:cNvPr>
          <p:cNvSpPr txBox="1"/>
          <p:nvPr/>
        </p:nvSpPr>
        <p:spPr>
          <a:xfrm>
            <a:off x="396240" y="7201513"/>
            <a:ext cx="8941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Now, he rules a kingdom without borders - a realm stitched together from memory and madness.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Every night, he speaks the words that ended his reign, his voice echoing through empty halls of time:</a:t>
            </a:r>
          </a:p>
        </p:txBody>
      </p:sp>
    </p:spTree>
    <p:extLst>
      <p:ext uri="{BB962C8B-B14F-4D97-AF65-F5344CB8AC3E}">
        <p14:creationId xmlns:p14="http://schemas.microsoft.com/office/powerpoint/2010/main" val="37222925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77BE6-5451-8262-A609-EB33AE3B3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3297-3C54-143E-1D07-EBD47D75B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607" y="257601"/>
            <a:ext cx="4905359" cy="10071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Old English Text MT" panose="03040902040508030806" pitchFamily="66" charset="0"/>
              </a:rPr>
              <a:t>-Cursed King-</a:t>
            </a:r>
            <a:endParaRPr lang="nl-NL" dirty="0">
              <a:solidFill>
                <a:srgbClr val="FF0000"/>
              </a:solidFill>
              <a:latin typeface="Old English Text MT" panose="03040902040508030806" pitchFamily="66" charset="0"/>
            </a:endParaRPr>
          </a:p>
        </p:txBody>
      </p:sp>
      <p:pic>
        <p:nvPicPr>
          <p:cNvPr id="5" name="Picture 4" descr="A pixel art of a person wearing a black robe&#10;&#10;AI-generated content may be incorrect.">
            <a:extLst>
              <a:ext uri="{FF2B5EF4-FFF2-40B4-BE49-F238E27FC236}">
                <a16:creationId xmlns:a16="http://schemas.microsoft.com/office/drawing/2014/main" id="{88851F97-85F7-2AD0-034F-E7871B44E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548" y="257601"/>
            <a:ext cx="2584467" cy="26678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48F249-9795-7241-0EA2-A64FE7603206}"/>
              </a:ext>
            </a:extLst>
          </p:cNvPr>
          <p:cNvSpPr txBox="1"/>
          <p:nvPr/>
        </p:nvSpPr>
        <p:spPr>
          <a:xfrm>
            <a:off x="-9433560" y="2140607"/>
            <a:ext cx="8941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He sought the voice beneath the world — a choir of unseen gods that spoke from the dark between stars. Their promise was simple: </a:t>
            </a:r>
            <a:r>
              <a:rPr lang="en-US" b="1" dirty="0">
                <a:solidFill>
                  <a:srgbClr val="C00000"/>
                </a:solidFill>
                <a:latin typeface="Old English Text MT" panose="03040902040508030806" pitchFamily="66" charset="0"/>
              </a:rPr>
              <a:t>“Eternity, if you can bear it.”</a:t>
            </a:r>
            <a:endParaRPr lang="en-US" dirty="0">
              <a:solidFill>
                <a:srgbClr val="C00000"/>
              </a:solidFill>
              <a:latin typeface="Old English Text MT" panose="03040902040508030806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DF7E59-41F4-1AF8-C565-360A1E2BFF33}"/>
              </a:ext>
            </a:extLst>
          </p:cNvPr>
          <p:cNvSpPr txBox="1"/>
          <p:nvPr/>
        </p:nvSpPr>
        <p:spPr>
          <a:xfrm>
            <a:off x="396240" y="3470899"/>
            <a:ext cx="8941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The skies curdled. The oceans turned to mirrors. </a:t>
            </a:r>
          </a:p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His people vanished into screams that had no mouths.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And he… remained. Crowned not in gold, but in veins of shadow.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His flesh remembered the sun, but his soul forgot the meaning of warmth.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6B38F-C797-4841-2AE1-AB782CAADE5F}"/>
              </a:ext>
            </a:extLst>
          </p:cNvPr>
          <p:cNvSpPr txBox="1"/>
          <p:nvPr/>
        </p:nvSpPr>
        <p:spPr>
          <a:xfrm>
            <a:off x="396240" y="2140606"/>
            <a:ext cx="8941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He built his throne upon their whispers.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And the world obeyed — then broke.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3D03D-398F-CC27-0F8D-AF49822BBDEE}"/>
              </a:ext>
            </a:extLst>
          </p:cNvPr>
          <p:cNvSpPr txBox="1"/>
          <p:nvPr/>
        </p:nvSpPr>
        <p:spPr>
          <a:xfrm>
            <a:off x="975360" y="7079593"/>
            <a:ext cx="8941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A0000"/>
                </a:solidFill>
                <a:latin typeface="Old English Text MT" panose="03040902040508030806" pitchFamily="66" charset="0"/>
              </a:rPr>
              <a:t>"I asked for forever… and forever answered."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2CAF2-F4E4-C9E1-4395-01709E5765C0}"/>
              </a:ext>
            </a:extLst>
          </p:cNvPr>
          <p:cNvSpPr txBox="1"/>
          <p:nvPr/>
        </p:nvSpPr>
        <p:spPr>
          <a:xfrm>
            <a:off x="396240" y="5317222"/>
            <a:ext cx="8941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Now, he rules a kingdom without borders - a realm stitched together from memory and madness.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Every night, he speaks the words that ended his reign, his voice echoing through empty halls of time:</a:t>
            </a:r>
          </a:p>
        </p:txBody>
      </p:sp>
    </p:spTree>
    <p:extLst>
      <p:ext uri="{BB962C8B-B14F-4D97-AF65-F5344CB8AC3E}">
        <p14:creationId xmlns:p14="http://schemas.microsoft.com/office/powerpoint/2010/main" val="26731623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285C76-47E6-5CE0-CEFB-969FDF5B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8AC8-D261-AFFA-579D-C81F9CF85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607" y="257601"/>
            <a:ext cx="4905359" cy="10071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Old English Text MT" panose="03040902040508030806" pitchFamily="66" charset="0"/>
              </a:rPr>
              <a:t>-Cursed King-</a:t>
            </a:r>
            <a:endParaRPr lang="nl-NL" dirty="0">
              <a:solidFill>
                <a:srgbClr val="FF0000"/>
              </a:solidFill>
              <a:latin typeface="Old English Text MT" panose="03040902040508030806" pitchFamily="66" charset="0"/>
            </a:endParaRPr>
          </a:p>
        </p:txBody>
      </p:sp>
      <p:pic>
        <p:nvPicPr>
          <p:cNvPr id="5" name="Picture 4" descr="A pixel art of a person wearing a black robe&#10;&#10;AI-generated content may be incorrect.">
            <a:extLst>
              <a:ext uri="{FF2B5EF4-FFF2-40B4-BE49-F238E27FC236}">
                <a16:creationId xmlns:a16="http://schemas.microsoft.com/office/drawing/2014/main" id="{AEA048EF-7F8E-FF85-06EC-0FFEDEFCB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036" y="257601"/>
            <a:ext cx="4729979" cy="48825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4F8871-92D3-278D-5A3A-6B8F660BF639}"/>
              </a:ext>
            </a:extLst>
          </p:cNvPr>
          <p:cNvSpPr txBox="1"/>
          <p:nvPr/>
        </p:nvSpPr>
        <p:spPr>
          <a:xfrm>
            <a:off x="-9433560" y="2140607"/>
            <a:ext cx="8941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He sought the voice beneath the world — a choir of unseen gods that spoke from the dark between stars. Their promise was simple: </a:t>
            </a:r>
            <a:r>
              <a:rPr lang="en-US" b="1" dirty="0">
                <a:solidFill>
                  <a:srgbClr val="C00000"/>
                </a:solidFill>
                <a:latin typeface="Old English Text MT" panose="03040902040508030806" pitchFamily="66" charset="0"/>
              </a:rPr>
              <a:t>“Eternity, if you can bear it.”</a:t>
            </a:r>
            <a:endParaRPr lang="en-US" dirty="0">
              <a:solidFill>
                <a:srgbClr val="C00000"/>
              </a:solidFill>
              <a:latin typeface="Old English Text MT" panose="03040902040508030806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D282E-C833-E9D6-F983-E0400C8FA0D3}"/>
              </a:ext>
            </a:extLst>
          </p:cNvPr>
          <p:cNvSpPr txBox="1"/>
          <p:nvPr/>
        </p:nvSpPr>
        <p:spPr>
          <a:xfrm>
            <a:off x="396240" y="3470899"/>
            <a:ext cx="8941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The skies curdled. The oceans turned to mirrors. </a:t>
            </a:r>
          </a:p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His people vanished into screams that had no mouths.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And he… remained. Crowned not in gold, but in veins of shadow.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His flesh remembered the sun, but his soul forgot the meaning of warmth.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E964E-DEAC-753C-19F6-5AA3FBA0A4D2}"/>
              </a:ext>
            </a:extLst>
          </p:cNvPr>
          <p:cNvSpPr txBox="1"/>
          <p:nvPr/>
        </p:nvSpPr>
        <p:spPr>
          <a:xfrm>
            <a:off x="396240" y="2140606"/>
            <a:ext cx="8941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He built his throne upon their whispers.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And the world obeyed — then broke.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4EBEA-C50C-BFF3-66EA-00848AA71531}"/>
              </a:ext>
            </a:extLst>
          </p:cNvPr>
          <p:cNvSpPr txBox="1"/>
          <p:nvPr/>
        </p:nvSpPr>
        <p:spPr>
          <a:xfrm>
            <a:off x="899160" y="5871220"/>
            <a:ext cx="8941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A0000"/>
                </a:solidFill>
                <a:latin typeface="Old English Text MT" panose="03040902040508030806" pitchFamily="66" charset="0"/>
              </a:rPr>
              <a:t>"I asked for forever… and forever answered."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5E2D6-9CF4-9F74-196B-D9D6FEA62EFD}"/>
              </a:ext>
            </a:extLst>
          </p:cNvPr>
          <p:cNvSpPr txBox="1"/>
          <p:nvPr/>
        </p:nvSpPr>
        <p:spPr>
          <a:xfrm>
            <a:off x="396240" y="5317222"/>
            <a:ext cx="8941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Now, he rules a kingdom without borders - a realm stitched together from memory and madness.</a:t>
            </a:r>
            <a:b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</a:br>
            <a:r>
              <a:rPr lang="en-US" dirty="0">
                <a:solidFill>
                  <a:srgbClr val="C00000"/>
                </a:solidFill>
                <a:latin typeface="Old English Text MT" panose="03040902040508030806" pitchFamily="66" charset="0"/>
              </a:rPr>
              <a:t>Every night, he speaks the words that ended his reign, his voice echoing through empty halls of time:</a:t>
            </a:r>
          </a:p>
        </p:txBody>
      </p:sp>
    </p:spTree>
    <p:extLst>
      <p:ext uri="{BB962C8B-B14F-4D97-AF65-F5344CB8AC3E}">
        <p14:creationId xmlns:p14="http://schemas.microsoft.com/office/powerpoint/2010/main" val="165045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903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Old English Text MT</vt:lpstr>
      <vt:lpstr>Office Theme</vt:lpstr>
      <vt:lpstr>-Cursed King-</vt:lpstr>
      <vt:lpstr>-Cursed King-</vt:lpstr>
      <vt:lpstr>-Cursed King-</vt:lpstr>
      <vt:lpstr>-Cursed King-</vt:lpstr>
      <vt:lpstr>-Cursed King-</vt:lpstr>
      <vt:lpstr>-Cursed King-</vt:lpstr>
      <vt:lpstr>-Cursed King-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Sem van der Nat</dc:creator>
  <cp:lastModifiedBy>Sem van der Nat</cp:lastModifiedBy>
  <cp:revision>1</cp:revision>
  <dcterms:created xsi:type="dcterms:W3CDTF">2025-10-08T00:36:19Z</dcterms:created>
  <dcterms:modified xsi:type="dcterms:W3CDTF">2025-10-08T00:59:11Z</dcterms:modified>
</cp:coreProperties>
</file>